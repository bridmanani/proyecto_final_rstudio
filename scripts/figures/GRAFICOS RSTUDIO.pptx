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D7E4F-C2C2-4573-8D34-3A107D60A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02CB88-4927-4736-92F7-919012C0C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8386F8-D590-4FBF-A05C-BF636657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719555-6BF0-4673-B6C7-F390D5CDC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8E541C-DDD2-43C1-9BFC-8636F88E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808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576F9-F5A7-4454-8DAB-1802F7C3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0B2F45-45BB-4F93-81DE-DD2FD3D7D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D410A0-A97C-4D67-8DB8-D2209645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4F15AB-FC4A-4120-9C73-62916DE3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C349C3-19A5-43F0-B21B-5B52C6AD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3626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4E87D-5BD7-46E7-BCA4-0EBDE5F7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3943C2-2807-4917-8ECB-FC6FFD722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25E79F-AE9E-4333-9CE4-0F3CA8446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1FAC85-AC28-4B7D-AE58-51F91DA21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B15ED7-777D-458D-8ABF-BC2C5794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6091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78A06-F653-454F-AEC5-5FDD4925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4B7AE-F7C4-4494-B226-F949810EA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E03407-ECF0-42EB-8619-03FF070B7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6426D9-CFF6-48E6-B62D-24288812F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4DE452-3025-4B2F-8BBD-E3176E40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AE697E-E44B-4B4E-9D37-66CCBFFB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37619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72760-6173-4A78-BAB2-CF8FE7614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35BB11-DB95-415E-AE21-5E387C06B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41E152-278F-4F57-9DA7-3495F4003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D07C156-DE6A-4BAB-9F84-E7160AADF9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1EEBE63-3691-4664-B4F3-DDB16C0D0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7BD7FC-7B7A-4745-8F46-128AD78B9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317899B-E80D-47AB-A235-C5762999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5AD7F2-A648-48F3-8116-24AA911D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836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96F3B-3C5F-4A32-B288-164BE9F6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2DB525-49AA-4547-B370-C61396BA4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5270B7-7BBC-4576-A493-6F6CA6A1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F5611F-6860-443F-A445-9678B128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5209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7C24268-41BA-4A9A-B7CD-89D72FF8E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06266C-327C-42A3-9278-AD188D56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A194E1-5421-4983-8399-E0E37EE6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986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11C01-7023-40EB-8811-C76B0AB9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9FC3D9-592B-4112-B6B0-3C013E1B6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639B2F-BAAE-4174-A39E-CAF88FD9A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23A683-F1C7-4B03-9BB1-F16E22208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AA39DE-B460-469C-9B11-7634ED288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D1415B-05FF-41CE-9EE0-652D6B78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0405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68604-7CB9-4DD5-AE91-20C544F66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14A2DC1-4E5F-419A-B03B-76BD9FFE7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F3134F-6E70-41F8-BBCA-D65652352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3E8006-D9BB-44D6-9889-319A175F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7B4141-DD5F-4411-BDAF-CBCE5F5C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CCAB1-1C74-4BA0-BD65-95CF294A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251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1A34A-95CD-4ADA-83A6-F14C10A0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E64745-D6C8-45EA-AA05-16A58AC31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DE21D0-29D3-4968-8907-F8C4A576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14CA17-F7F7-4255-9A8E-170467C85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83F19E-C53F-4026-8123-A514EC22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297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A46221-8D4F-40BE-A3EB-7E9E4DF4C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637BFB-CEFF-4765-951E-79F6B0362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21E1-6559-49CE-BD2A-966999F58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D30729-D2EA-4559-9E76-214BA6DF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1DB795-FA51-4D42-89D8-D9F40F632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21560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D06865-80C5-4477-A869-89717B76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7287D4-EA0F-427A-B26A-BA0EA9EF6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64DD94-E9B6-40C5-9556-F0157B542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69ABE-7395-4780-828D-0C1902037FD3}" type="datetimeFigureOut">
              <a:rPr lang="es-PE" smtClean="0"/>
              <a:t>26/07/2026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F88699-90F6-47F6-A0F5-0068478E9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E5C85F-F4F3-4CC1-9B7E-E290B64C2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641B1-E17E-4D7D-B409-E9F575AFBB2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450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71F124C-AAB1-4F89-948A-8A05BFDCA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71" y="1478111"/>
            <a:ext cx="5615329" cy="390177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05459F4-0C54-4B82-BD60-66B0E4BFB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132" y="1998597"/>
            <a:ext cx="4816435" cy="286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953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MANANI CARRION BRIDGIT OLGA</dc:creator>
  <cp:lastModifiedBy>MANANI CARRION BRIDGIT OLGA</cp:lastModifiedBy>
  <cp:revision>1</cp:revision>
  <dcterms:created xsi:type="dcterms:W3CDTF">2026-07-26T05:17:11Z</dcterms:created>
  <dcterms:modified xsi:type="dcterms:W3CDTF">2026-07-26T05:17:19Z</dcterms:modified>
</cp:coreProperties>
</file>